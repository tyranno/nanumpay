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2" autoAdjust="0"/>
  </p:normalViewPr>
  <p:slideViewPr>
    <p:cSldViewPr snapToGrid="0">
      <p:cViewPr>
        <p:scale>
          <a:sx n="125" d="100"/>
          <a:sy n="125" d="100"/>
        </p:scale>
        <p:origin x="-30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324D3-E839-CF60-C440-2F190949B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089CB8-D7F8-3AF4-195B-7BA38FA11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485AF-FB77-C8E8-A2BB-90D2B32F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D700ED-B7D4-B49A-21C5-0B490249E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C96C58-92F2-085F-048B-8BEC4175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43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07A88-F4F8-E4FE-0154-8DAD50EC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0BBCD-9CFD-3F8C-48A4-B2DA0C597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28D5DA-4999-9527-5604-6EB75A5B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35FF21-D91F-972C-665C-4AC2D484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9F8FD5-D265-969B-1BA6-9238C308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256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B52A9-B56C-5FED-7F17-53C17163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74E0BB-9D45-DABE-440D-1698558E6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783427-F4E0-234F-C311-507BF63F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E5229A-FDB1-9EA6-D77D-7F861CC4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DED117-D501-4A7D-A683-A22D5D3E7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58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7252F-767D-EC2E-A192-1E2951BA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F24B30-B8CD-3327-03B5-399F3ACF1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F354B4-9DE7-438C-52C3-E27CA8875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DABFF0-42AD-88F9-05E7-66D5B95E8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854C5A-AE47-B006-0A4F-4F74B26DB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A878D0-AD70-BE32-386B-B344D9DD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33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0AE70-BFFF-8394-23DF-95A0DD1E5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AD92BB-8CB7-1567-055F-98DDF8DA6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20D3B3-79ED-FD79-CF99-8A19DDC57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ADDAD2-DA46-0462-084B-3A996D143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7D73345-AF80-90C2-F7EA-6837D45DD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5CD8A30-7FF9-DCCD-9998-B07D39DE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5D0F2A-022C-51AA-46FC-F33E3FE7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D3225A-3FAB-4059-36AB-40626838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39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A9DE4-F166-3632-8E6E-D8C3B631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7847DA-F195-8931-D11E-8104C0CD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7125E0-6A86-938B-650C-729CB7AF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2019D5-44E8-C8B4-219D-C0B5996A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C8EC78-F200-2CB7-F0E0-765B3F6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A27BA9-2565-3CEC-43D8-C6BDA117A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6BC4FD-0CAF-14E9-ACDB-9ED87B3D1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1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61B9E-C9EA-28F6-095A-B304BCBC8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35D218-B714-8736-79BD-41F888B48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4E3AFD-0715-8855-90C8-09D3F25EF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F5784D-EE0F-9380-67B2-CD7E0B27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A3AD71-00E2-0DE7-607F-C7232A035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6B06B4-8BDC-BA37-3150-A9743C01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40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A15D1-DBD6-A108-BCE8-A18246EE9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E50851-7176-A83A-3EE5-648A6B609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9EA54E-8F31-ED10-07D9-2F5182E33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FC0875-613E-0688-F706-E08CDA86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FFF783-344E-3CFD-CEE0-4D2CD637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D09D25-CE97-AA93-471F-863FAA08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6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ACA97-4038-7BBF-8D19-96485FFDE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D3B0B0-4C7D-2A95-8D7B-C11538BF3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AEAA8-452D-174F-7BFE-F7170FC2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B627F9-A66A-B2AA-B539-A6BC95A11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AAA72-FADF-18A8-A4EF-830D52C56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751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98C6D2-534E-576B-A150-9CCB03C9D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01F4F3-D558-5003-FE40-BC6E21659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8047BE-E74C-7987-8768-FF1571AA2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0163C5-8369-CBEA-A153-72410A5B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838D6B-8C6E-E807-3B00-8E4E1B3A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60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B4544D-B6C7-938B-2589-B46053FD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FB5AA7-D866-F4EF-6296-D27DCA513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CD50EA-AAB3-80B4-1951-70E47F5B7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02B94-17F6-40CD-AE2A-1A47F01D16E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293C50-6AEC-901A-3F21-8F49E7D8D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A869D4-6A66-70E9-8AF8-AFB50EBEE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13675-149C-4F79-9ACF-365553AA0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16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B9DD3E7-A789-2F08-AC76-A13811A42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28" y="1011560"/>
            <a:ext cx="11339543" cy="45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95A0-8D94-7C43-7401-DBAE56DB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319C1EE-C835-53BA-2CD9-C5E85D665413}"/>
              </a:ext>
            </a:extLst>
          </p:cNvPr>
          <p:cNvSpPr/>
          <p:nvPr/>
        </p:nvSpPr>
        <p:spPr>
          <a:xfrm>
            <a:off x="426228" y="2590800"/>
            <a:ext cx="2861917" cy="4105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E13D6F-738F-D714-B5D1-183DB9A5B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4" y="261646"/>
            <a:ext cx="12027416" cy="257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83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원 두</dc:creator>
  <cp:lastModifiedBy>원 두</cp:lastModifiedBy>
  <cp:revision>1</cp:revision>
  <dcterms:created xsi:type="dcterms:W3CDTF">2025-12-08T02:35:08Z</dcterms:created>
  <dcterms:modified xsi:type="dcterms:W3CDTF">2025-12-08T02:41:41Z</dcterms:modified>
</cp:coreProperties>
</file>